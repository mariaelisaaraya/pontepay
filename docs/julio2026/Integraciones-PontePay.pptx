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8EC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PontePay — Integraciones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E6F4ED"/>
                </a:solidFill>
                <a:latin typeface="Verdana"/>
              </a:rPr>
              <a:t>Cómo se conecta cada pieza: identidad, contrato, tasas, pesos, rendimiento y anchors.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EC8A8"/>
                </a:solidFill>
                <a:latin typeface="Verdana"/>
              </a:rPr>
              <a:t>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EC8A8"/>
                </a:solidFill>
                <a:latin typeface="Verdana"/>
              </a:rPr>
              <a:t>pontepay.vercel.app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PontePay — Integraciones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Índice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Índice   · 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01 · Arquitectura general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02 · Stack tecnológico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7472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03 · Flujo end-to-end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34340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04 · Alta de usuario (Privy)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1208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05 · Órdenes y escrow (contrato Soroban)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73736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06 · Pata en pesos (Transferencias 3.0)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60604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60604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07 · Tasa de referencia (oráculo Reflector)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47472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47472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08 · Rendimiento (DeFindex)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34340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34340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09 · Depósito/retiro (anchors SEP-10 + SEP-24)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5212080"/>
            <a:ext cx="5394960" cy="68580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21208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14A2D"/>
                </a:solidFill>
                <a:latin typeface="Verdana"/>
              </a:rPr>
              <a:t>10 · Backend espejo e integraciones futuras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PontePay — Integraciones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Arquitectura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Overview   · 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468880" cy="841248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468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14A2D"/>
                </a:solidFill>
                <a:latin typeface="Verdana"/>
              </a:rPr>
              <a:t>CANALES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600200"/>
            <a:ext cx="8549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00200"/>
            <a:ext cx="8138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App web/móvil (Next.js 16, mobile-first) + API routes como capa de servicios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51176"/>
            <a:ext cx="2468880" cy="841248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51176"/>
            <a:ext cx="2468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14A2D"/>
                </a:solidFill>
                <a:latin typeface="Verdana"/>
              </a:rPr>
              <a:t>IDENTIDAD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551176"/>
            <a:ext cx="8549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551176"/>
            <a:ext cx="8138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Privy: email u OAuth → wallet Stellar embebida que firma transacciones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02152"/>
            <a:ext cx="2468880" cy="841248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02152"/>
            <a:ext cx="2468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Verdana"/>
              </a:rPr>
              <a:t>ON-CHAIN (Stellar)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502152"/>
            <a:ext cx="8549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502152"/>
            <a:ext cx="8138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Contrato P2P (escrow + fees) · Oráculo Reflector (SEP-40) · Vault DeFindex · acceso vía Soroban RPC y Horizon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53128"/>
            <a:ext cx="2468880" cy="841248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2468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14A2D"/>
                </a:solidFill>
                <a:latin typeface="Verdana"/>
              </a:rPr>
              <a:t>PESOS (fiat)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453128"/>
            <a:ext cx="8549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453128"/>
            <a:ext cx="8138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Transferencias 3.0 del BCRA: QR EMVCo o alias/CVU — de banco a banco entre usuarios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04104"/>
            <a:ext cx="2468880" cy="841248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04104"/>
            <a:ext cx="2468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14A2D"/>
                </a:solidFill>
                <a:latin typeface="Verdana"/>
              </a:rPr>
              <a:t>ANCHORS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5404104"/>
            <a:ext cx="854964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5404104"/>
            <a:ext cx="81381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SEP-10 (auth firmada) + SEP-24 (depósito/retiro interactivo) con cualquier anchor compatible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7336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8F60"/>
                </a:solidFill>
                <a:latin typeface="Verdana"/>
              </a:rPr>
              <a:t>Principio de diseño: la cadena es la fuente de verdad; la plataforma nunca custodia fondos.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PontePay — Integraciones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Overview   ·   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737360" cy="512064"/>
          </a:xfrm>
          <a:prstGeom prst="rect">
            <a:avLst/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1554480"/>
            <a:ext cx="4754880" cy="512064"/>
          </a:xfrm>
          <a:prstGeom prst="rect">
            <a:avLst/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554480"/>
            <a:ext cx="4663440" cy="512064"/>
          </a:xfrm>
          <a:prstGeom prst="rect">
            <a:avLst/>
          </a:prstGeom>
          <a:solidFill>
            <a:srgbClr val="014A2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Verdana"/>
              </a:rPr>
              <a:t>Capa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554480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Verdana"/>
              </a:rPr>
              <a:t>Tecnología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54480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Verdana"/>
              </a:rPr>
              <a:t>Para qué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66544"/>
            <a:ext cx="173736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2066544"/>
            <a:ext cx="475488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2066544"/>
            <a:ext cx="466344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66544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066544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Next.js 16 · React 19 · TypeScript · Tailwind v4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066544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App mobile-first + API routes (proxies y servicios)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7860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40280" y="2578608"/>
            <a:ext cx="4754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2578608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78608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Wallet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578608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Privy (@privy-io/react-auth)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78608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Email → wallet Stellar embebida; firma Soroban real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90672"/>
            <a:ext cx="173736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40280" y="3090672"/>
            <a:ext cx="475488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95160" y="3090672"/>
            <a:ext cx="466344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90672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Contrato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090672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Rust · soroban-sdk (28/28 tests)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090672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Escrow P2P: órdenes, fills parciales, disputas, timeouts, fees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02736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0280" y="3602736"/>
            <a:ext cx="4754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5160" y="3602736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602736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SDK cadena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3602736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@stellar/stellar-sdk + bindings TS generados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602736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Lecturas/escrituras al contrato, simulación y envío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114800"/>
            <a:ext cx="173736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40280" y="4114800"/>
            <a:ext cx="475488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95160" y="4114800"/>
            <a:ext cx="466344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Tasas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114800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Oráculo Reflector (SEP-40) vía cross-contract call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114800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Referencia ARS/USD on-chain con fallbacks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626864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40280" y="4626864"/>
            <a:ext cx="4754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5160" y="4626864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626864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Rendimiento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4626864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DeFindex SDK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626864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Vault USDC con APY en vivo (Earn)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138928"/>
            <a:ext cx="173736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40280" y="5138928"/>
            <a:ext cx="475488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95160" y="5138928"/>
            <a:ext cx="4663440" cy="512064"/>
          </a:xfrm>
          <a:prstGeom prst="rect">
            <a:avLst/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138928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Fiat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77440" y="5138928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QR EMVCo (CRC16) · Transferencias 3.0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5138928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Cobro en pesos banco a banco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650992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40280" y="5650992"/>
            <a:ext cx="4754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995160" y="5650992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650992"/>
            <a:ext cx="1554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14A2D"/>
                </a:solidFill>
                <a:latin typeface="Verdana"/>
              </a:rPr>
              <a:t>Infra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7440" y="5650992"/>
            <a:ext cx="45262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Vercel (SSR + edge) · GitHub Actions (CI)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5650992"/>
            <a:ext cx="4434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Deploy continuo; lint + build + tests del contrato por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PontePay — Integraciones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Vista del flujo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Overview   · 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Verdana"/>
              </a:rPr>
              <a:t>Un trade completo, de punta a punta — cada paso numerado deja rastro verificable: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145542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1 · Ingreso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5468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Email → wallet (Privy)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1260" y="2103120"/>
            <a:ext cx="145542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2 · 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5540" y="3090672"/>
            <a:ext cx="15468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Órdenes on-chain + tasa del oráculo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58340" y="256032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19600" y="2103120"/>
            <a:ext cx="145542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3 · Escrow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3880" y="3090672"/>
            <a:ext cx="15468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contrato bloquea el USDC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16680" y="256032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77940" y="2103120"/>
            <a:ext cx="145542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4 · Pesos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2220" y="3090672"/>
            <a:ext cx="15468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QR/alias T3.0, banco a banco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5020" y="256032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36280" y="2103120"/>
            <a:ext cx="145542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5 · Confirmación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3090672"/>
            <a:ext cx="15468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Ambas partes confirman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33360" y="256032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94620" y="2103120"/>
            <a:ext cx="145542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6 · Liberación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8900" y="3090672"/>
            <a:ext cx="15468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USDC + fee, ~5 seg, con hash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91700" y="256032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3931920"/>
            <a:ext cx="11201400" cy="182880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1480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14A2D"/>
                </a:solidFill>
                <a:latin typeface="Verdana"/>
              </a:rPr>
              <a:t>Qué puede verificar cualquiera, sin confiar en nosotros: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La orden y el escrow: estado del contrato en stellar.expert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La tasa: GET /api/rates responde "source": "contract" (el contrato leyó el oráculo)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El trade completado: botón "Ver transacción on-chain" en Mis órdenes → hash real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El fee: get_fee_tiers legible en el contrato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Integración 04 · Privy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Alta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Identidad   · 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1 · Email / OAuth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usuario ingresa como a cualquier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2 · Privy verifica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OTP al mail; sin contraseñas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0008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02936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3 · Wallet creada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Keypair Stellar embebida, transparente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0016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52944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4 · Fondos iniciales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4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Faucet: XLM + USDC de prueba (testnet)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0024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02952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5 · Listo para operar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La wallet firma cada transacción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0032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507492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Consideraciones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El usuario nunca ve una seed phrase ni la palabra "wallet" — la UX es "Ingresar".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El backend valida el token de Privy en cada llamada sensible (perfil, faucet).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Roadmap: passkeys — la clave pasa a vivir en el enclave del teléfono y firma con huella.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Integración 05 · Contrato Soroban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Órdenes y escrow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On-chain   · 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create_order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Publica y bloquea el USDC del vendedor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take_order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471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comprador toma (admite fills parciales)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3751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7794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submit_fiat_payment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22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comprador registra su pago en pesos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502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1545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confirm_fiat_payment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973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vendedor confirma → libera + fee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1253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7947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014A2D"/>
                </a:solidFill>
                <a:latin typeface="Verdana"/>
              </a:rPr>
              <a:t>dispute / resolve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823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Conflicto → arbitraje on-chain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0430" y="37947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014A2D"/>
                </a:solidFill>
                <a:latin typeface="Verdana"/>
              </a:rPr>
              <a:t>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4710" y="47823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Abandono → devolución automática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37510" y="42519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77940" y="37947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014A2D"/>
                </a:solidFill>
                <a:latin typeface="Verdana"/>
              </a:rPr>
              <a:t>cancel_order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2220" y="47823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creador recupera sus fondos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75020" y="42519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15450" y="37947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014A2D"/>
                </a:solidFill>
                <a:latin typeface="Verdana"/>
              </a:rPr>
              <a:t>pause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9730" y="47823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Emergencia: frena escrituras, nunca la salida de fondos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12530" y="42519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525780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Consideraciones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La app usa bindings TypeScript generados del contrato: simulate → firmar (Privy) → enviar → poll.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Guard de idempotencia en el cliente: un doble-tap no genera dos transacciones.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28/28 tests del contrato en CI; el fee escalonado (2,5%→0,8%) se cobra dentro de la misma transacción de liberación.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Integración 06 · Transferencias 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Pata en pesos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Fiat   · 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1 · Monto exacto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La app calcula ARS con la tasa del oráculo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2 · QR o alias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471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QR EMVCo (CRC16) o alias/CVU para copiar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3751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7794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3 · Banco a banco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22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comprador paga desde su app bancaria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502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1545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4 · Registro on-chain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973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"Ya envié el pago" queda con hash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1253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507492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Consideraciones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UX adaptativa: en el celular lideran los datos bancarios (copiar alias); en desktop lidera el QR para escanear con el teléfono.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Los pesos viajan directo entre los bancos de los usuarios — PontePay nunca toca fiat.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El QR es el estándar interoperable del BCRA: lo lee la app de cualquier banco o billetera.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Integración 07 · Oráculo Reflector (SEP-40)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Tasa de referencia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On-chain   · 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App /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GET /api/rates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Contrato PontePay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471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reference_rate(ARS)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3751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7794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Oráculo Reflector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22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cross-contract call — precio real de mercado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502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1545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973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"source": "contract" + tasa viva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1253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794760"/>
            <a:ext cx="11201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50208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B45F06"/>
                </a:solidFill>
                <a:latin typeface="Verdana"/>
              </a:rPr>
              <a:t>Cadena de fallbacks (si algo falla, la app nunca se queda sin tasa):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contrato → Reflector directo → tasa oficial BCRA → constante de resguardo. La fuente usada se informa en la respuesta.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7492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66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Consideraciones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La tasa no la fija ningún admin: el contrato la lee on-chain y cualquiera puede auditarla.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En el Mercado se muestra como "Tasa de referencia · Oráculo Reflector" para comparar ofertas contra el precio real.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También se muestra la tasa oficial BCRA al lado de la de mercado: la brecha, a la vista.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Integración 08 · DeFindex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Rendimiento sobre USDC ocioso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Earn   · 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1 · Depósito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La API arma la transacción con el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2 · Firma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La wallet del usuario firma (Privy)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0008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02936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3 · 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vault emite dfTokens (su parte)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0016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52944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4 · APY en vivo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4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GET /api/defindex/apy — tasa real del vault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0024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02952" y="2194560"/>
            <a:ext cx="1847088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5 · Retiro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3182112"/>
            <a:ext cx="19385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Cuando quiera, sin plazos ni mínimos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0032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507492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Consideraciones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El APY que se muestra es el real del vault, leído en tiempo real — nunca un número fijo.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Los fondos depositados quedan en el vault de DeFindex a nombre del usuario (dfTokens), no en PontePay.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Roadmap: acá aterriza el cashback de PontePay Frecuente — recompensas que componen solas.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Integración 09 · SEP-10 + SEP-24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Depósito y retiro vía anchors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Anchors   · 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1 ·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stellar.toml + /info del anchor: qué soporta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2 · SEP-10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471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Challenge firmado por la wallet → JWT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3751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7794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3 · SEP-24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22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Popup interactivo del anchor (KYC a su cargo)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502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15450" y="219456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Verdana"/>
              </a:rPr>
              <a:t>4 · USDC en la wallet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9730" y="3182112"/>
            <a:ext cx="252603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Verdana"/>
              </a:rPr>
              <a:t>El anchor liquida en la cuenta del usuario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12530" y="2651760"/>
            <a:ext cx="502920" cy="0"/>
          </a:xfrm>
          <a:prstGeom prst="bentConnector3">
            <a:avLst/>
          </a:prstGeom>
          <a:ln w="25400">
            <a:solidFill>
              <a:srgbClr val="1A6E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5074920"/>
            <a:ext cx="11201400" cy="12344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14A2D"/>
                </a:solidFill>
                <a:latin typeface="Verdana"/>
              </a:rPr>
              <a:t>Consideraciones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Flujo completo implementado contra el anchor de prueba de la SDF — funciona con cualquier anchor compatible.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El KYC y lo regulatorio viven en el anchor: PontePay no custodia ni procesa datos sensibles.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1A"/>
                </a:solidFill>
                <a:latin typeface="Verdana"/>
              </a:rPr>
              <a:t>·  Roadmap mainnet: Anclap como anchor de pesos argentinos (depósito/retiro ARS directo).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8F60"/>
                </a:solidFill>
                <a:latin typeface="Verdana"/>
              </a:rPr>
              <a:t>PontePay — Integraciones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14A2D"/>
                </a:solidFill>
                <a:latin typeface="Georgia"/>
              </a:rPr>
              <a:t>Backend espejo e integraciones futuras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61872"/>
            <a:ext cx="1463040" cy="38100"/>
          </a:xfrm>
          <a:prstGeom prst="rect">
            <a:avLst/>
          </a:prstGeom>
          <a:solidFill>
            <a:srgbClr val="2E8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pontepay.vercel.app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1215" y="6473952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Verdana"/>
              </a:rPr>
              <a:t>Roadmap   · 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14A2D"/>
                </a:solidFill>
                <a:latin typeface="Verdana"/>
              </a:rPr>
              <a:t>Backend espejo (próximo)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Indexer de eventos del contrato → base de datos.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Historial que sobrevive al cambio de celular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Reputación real por wallet (trades verificados)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Rachas y cashback de PontePay Frecuente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Notificaciones ("te pagaron, confirmá")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Métricas de tracción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2E8F60"/>
                </a:solidFill>
                <a:latin typeface="Verdana"/>
              </a:rPr>
              <a:t>Regla de oro: cero fondos, cero claves. Si se cae, se reconstruye releyendo la cadena.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406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14A2D"/>
                </a:solidFill>
                <a:latin typeface="Verdana"/>
              </a:rPr>
              <a:t>Integraciones futuras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Passkeys / smart accounts: firma con huella, clave en el teléfono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Anclap (SEP-24): rampa ARS regulada en mainnet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USDC de Circle en mainnet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Dispute resolver multisig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A1A1A"/>
                </a:solidFill>
                <a:latin typeface="Verdana"/>
              </a:rPr>
              <a:t>· Capa de gasto (tarjeta) como salida adicional — opcional, no cambia el modelo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Muchas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EC8A8"/>
                </a:solidFill>
                <a:latin typeface="Verdana"/>
              </a:rPr>
              <a:t>pontepay.vercel.app  ·  github.com/mariaelisaaraya/pontepay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